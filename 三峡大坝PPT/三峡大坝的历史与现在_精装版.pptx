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4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5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6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7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8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09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1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2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3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4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5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6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7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8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09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10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mium">
  <a:themeElements>
    <a:clrScheme name="Premium">
      <a:dk1>
        <a:srgbClr val="12345A"/>
      </a:dk1>
      <a:lt1>
        <a:srgbClr val="FFFFFF"/>
      </a:lt1>
      <a:dk2>
        <a:srgbClr val="243B53"/>
      </a:dk2>
      <a:lt2>
        <a:srgbClr val="F4F7FA"/>
      </a:lt2>
      <a:accent1>
        <a:srgbClr val="1E7F86"/>
      </a:accent1>
      <a:accent2>
        <a:srgbClr val="C51F2C"/>
      </a:accent2>
      <a:accent3>
        <a:srgbClr val="617586"/>
      </a:accent3>
      <a:accent4>
        <a:srgbClr val="D8E4EC"/>
      </a:accent4>
      <a:accent5>
        <a:srgbClr val="12345A"/>
      </a:accent5>
      <a:accent6>
        <a:srgbClr val="9FB3C8"/>
      </a:accent6>
      <a:hlink>
        <a:srgbClr val="1E7F86"/>
      </a:hlink>
      <a:folHlink>
        <a:srgbClr val="61758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三峡大坝的历史与现在</dc:title>
  <dc:creator>Codex</dc:creator>
  <cp:lastModifiedBy>Codex</cp:lastModifiedBy>
  <dcterms:created xsi:type="dcterms:W3CDTF">2026-05-17T06:47:03.171412+00:00</dcterms:created>
  <dcterms:modified xsi:type="dcterms:W3CDTF">2026-05-17T06:47:03.171412+00:00</dcterms:modified>
</cp:coreProperties>
</file>